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60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D1C5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you can call at 3 a.m.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steady, honest AI battle-buddy for veterans living with PTSD.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listens. It helps you get grounded. And the moment it hears crisis, it walks you to real human help.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MLH × DigitalOcean  ·  AI for Social Good  ·  San Francisco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 vnmoorthy.github.io/mindbridge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663440" cy="4206240"/>
          </a:xfrm>
          <a:prstGeom prst="roundRect">
            <a:avLst>
              <a:gd name="adj" fmla="val 3043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288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11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veterans will live with PTSD in their lifetime.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people trained to run toward danger are often the last to ask for help.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1490472"/>
            <a:ext cx="310896" cy="310896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 &amp; self-reliance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26480" y="18013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help can feel like weakness in a culture built on strength.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0" y="2907792"/>
            <a:ext cx="310896" cy="310896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Bureaucratic friction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126480" y="32186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VA waits and confusing systems stall the first step.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0" y="4325112"/>
            <a:ext cx="310896" cy="310896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a.m. gap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126480" y="46360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peak at night — when clinics are closed and the people who understand are asleep.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veterans are lost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two sentences is where lives are lost: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94560"/>
            <a:ext cx="4206240" cy="2377440"/>
          </a:xfrm>
          <a:prstGeom prst="roundRect">
            <a:avLst>
              <a:gd name="adj" fmla="val 5385"/>
            </a:avLst>
          </a:prstGeom>
          <a:solidFill>
            <a:srgbClr val="14303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26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not okay.”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132320" y="2194560"/>
            <a:ext cx="4206240" cy="2377440"/>
          </a:xfrm>
          <a:prstGeom prst="roundRect">
            <a:avLst>
              <a:gd name="adj" fmla="val 5385"/>
            </a:avLst>
          </a:prstGeom>
          <a:solidFill>
            <a:srgbClr val="2C9C92"/>
          </a:solidFill>
          <a:ln/>
        </p:spPr>
      </p:sp>
      <p:sp>
        <p:nvSpPr>
          <p:cNvPr id="11" name="Text 9"/>
          <p:cNvSpPr/>
          <p:nvPr/>
        </p:nvSpPr>
        <p:spPr>
          <a:xfrm>
            <a:off x="7360920" y="2926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called someone.”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394960" y="3063240"/>
            <a:ext cx="1371600" cy="640080"/>
          </a:xfrm>
          <a:prstGeom prst="chevron">
            <a:avLst/>
          </a:prstGeom>
          <a:solidFill>
            <a:srgbClr val="F4E4C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 is built to be the low-friction, judgment-free first step across that gap.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MindBridge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peer-support voice companion a veteran can just talk to — out loud, like a phone call.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66160" cy="2743200"/>
          </a:xfrm>
          <a:prstGeom prst="roundRect">
            <a:avLst>
              <a:gd name="adj" fmla="val 4667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plain, spoken-length reflection — without judgment, any hour of the day.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566160" cy="2743200"/>
          </a:xfrm>
          <a:prstGeom prst="roundRect">
            <a:avLst>
              <a:gd name="adj" fmla="val 4667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Evidence-informed techniques (5-4-3-2-1, box breathing) drawn from a real knowledge base — not invented.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4667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2240280"/>
            <a:ext cx="502920" cy="5029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60" y="2971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real, verified resources by name and location, and hands off to humans when it matters.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and navigator — explicitly NOT a therapist, and honest that it's an AI.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30 seconds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3383280" cy="4937760"/>
          </a:xfrm>
          <a:prstGeom prst="roundRect">
            <a:avLst>
              <a:gd name="adj" fmla="val 6757"/>
            </a:avLst>
          </a:prstGeom>
          <a:solidFill>
            <a:srgbClr val="0E1B24"/>
          </a:solidFill>
          <a:ln w="19050">
            <a:solidFill>
              <a:srgbClr val="2C9C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828800"/>
            <a:ext cx="1005840" cy="1005840"/>
          </a:xfrm>
          <a:prstGeom prst="ellipse">
            <a:avLst/>
          </a:prstGeom>
          <a:solidFill>
            <a:srgbClr val="4FD1C5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served. You don't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 carry this alone.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88720" y="38862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4303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can't sleep — the nightmares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4617720"/>
            <a:ext cx="731520" cy="7315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TALK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veteran experiences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1430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20391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the orb and speaks — or types — just like a call.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57200" cy="457200"/>
          </a:xfrm>
          <a:prstGeom prst="ellipse">
            <a:avLst/>
          </a:prstGeom>
          <a:solidFill>
            <a:srgbClr val="1430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290779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a warm, grounded reply, spoken back aloud.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3794760"/>
            <a:ext cx="457200" cy="457200"/>
          </a:xfrm>
          <a:prstGeom prst="ellipse">
            <a:avLst/>
          </a:prstGeom>
          <a:solidFill>
            <a:srgbClr val="1430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77647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real resources: the SF VA, a local Vet Center, the crisis line.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4663440"/>
            <a:ext cx="457200" cy="457200"/>
          </a:xfrm>
          <a:prstGeom prst="ellipse">
            <a:avLst/>
          </a:prstGeom>
          <a:solidFill>
            <a:srgbClr val="14303A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46451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tap “Take a grounding breath” for a guided calm-down any time.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 → vnmoorthy.github.io/mindbridge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comes first — by design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thing an AI in this space must get right.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430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482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AI-guessed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450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detection runs first on every message with 130+ vetted phrases — never left to the model's judgment.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430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198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human hand-off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8221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it hears risk, it stops and surfaces the Veterans Crisis Line: dial 988, then press 1.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430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914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by adversarial review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193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34-agent red-team closed real gaps: firearm phrasing, mobile curly-apostrophes, and reassurance false-alarms.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3383280" cy="3977640"/>
          </a:xfrm>
          <a:prstGeom prst="roundRect">
            <a:avLst>
              <a:gd name="adj" fmla="val 3784"/>
            </a:avLst>
          </a:prstGeom>
          <a:solidFill>
            <a:srgbClr val="1B2B33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face this alone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283464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 Crisis Line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988, then press 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838255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veteranscrisisline.net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 for immediate danger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58200" y="525780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0" y="52852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988, then press 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flows through the same safe, grounded pipeline.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/>
        </p:spPr>
      </p:sp>
      <p:sp>
        <p:nvSpPr>
          <p:cNvPr id="9" name="Shape 7"/>
          <p:cNvSpPr/>
          <p:nvPr/>
        </p:nvSpPr>
        <p:spPr>
          <a:xfrm>
            <a:off x="1353312" y="2606040"/>
            <a:ext cx="512064" cy="51206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1353312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— talk or type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3108960"/>
            <a:ext cx="182880" cy="365760"/>
          </a:xfrm>
          <a:prstGeom prst="chevron">
            <a:avLst/>
          </a:prstGeom>
          <a:solidFill>
            <a:srgbClr val="6F8F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237744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93592" y="2606040"/>
            <a:ext cx="512064" cy="51206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3593592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0360" y="32461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check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98648" y="36118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runs first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3108960"/>
            <a:ext cx="182880" cy="365760"/>
          </a:xfrm>
          <a:prstGeom prst="chevron">
            <a:avLst/>
          </a:prstGeom>
          <a:solidFill>
            <a:srgbClr val="6F8F93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237744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33872" y="2606040"/>
            <a:ext cx="512064" cy="51206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2" name="Text 20"/>
          <p:cNvSpPr/>
          <p:nvPr/>
        </p:nvSpPr>
        <p:spPr>
          <a:xfrm>
            <a:off x="5833872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0" y="32461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36118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reply in real KB + resources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3108960"/>
            <a:ext cx="182880" cy="365760"/>
          </a:xfrm>
          <a:prstGeom prst="chevron">
            <a:avLst/>
          </a:prstGeom>
          <a:solidFill>
            <a:srgbClr val="6F8F93"/>
          </a:solidFill>
          <a:ln/>
        </p:spPr>
      </p:sp>
      <p:sp>
        <p:nvSpPr>
          <p:cNvPr id="26" name="Shape 24"/>
          <p:cNvSpPr/>
          <p:nvPr/>
        </p:nvSpPr>
        <p:spPr>
          <a:xfrm>
            <a:off x="7269480" y="237744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74152" y="2606040"/>
            <a:ext cx="512064" cy="51206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8074152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60920" y="32461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79208" y="36118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serverless inference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72600" y="3108960"/>
            <a:ext cx="182880" cy="365760"/>
          </a:xfrm>
          <a:prstGeom prst="chevron">
            <a:avLst/>
          </a:prstGeom>
          <a:solidFill>
            <a:srgbClr val="6F8F93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0" y="237744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4303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14432" y="2606040"/>
            <a:ext cx="512064" cy="51206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4" name="Text 32"/>
          <p:cNvSpPr/>
          <p:nvPr/>
        </p:nvSpPr>
        <p:spPr>
          <a:xfrm>
            <a:off x="10314432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0" y="32461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19488" y="36118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reply + real resources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design: if there's no key or a call fails, a self-contained demo responder keeps it running — it never hard-fails in front of a judge.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win the room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prize track, hit on purpose: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27000" dist="254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48840"/>
            <a:ext cx="1143000" cy="411480"/>
          </a:xfrm>
          <a:prstGeom prst="roundRect">
            <a:avLst>
              <a:gd name="adj" fmla="val 48889"/>
            </a:avLst>
          </a:prstGeom>
          <a:solidFill>
            <a:srgbClr val="2C9C9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5798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of Gradient 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companion's brain runs on DigitalOcean serverless inference, grounded with retrieval.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87452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27000" dist="254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2148840"/>
            <a:ext cx="1143000" cy="411480"/>
          </a:xfrm>
          <a:prstGeom prst="roundRect">
            <a:avLst>
              <a:gd name="adj" fmla="val 48889"/>
            </a:avLst>
          </a:prstGeom>
          <a:solidFill>
            <a:srgbClr val="2C9C9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5798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130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of 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web-verified veteran resources — SF Bay Area + national — recommended by name.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27000" dist="254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114800"/>
            <a:ext cx="1143000" cy="411480"/>
          </a:xfrm>
          <a:prstGeom prst="roundRect">
            <a:avLst>
              <a:gd name="adj" fmla="val 48889"/>
            </a:avLst>
          </a:prstGeom>
          <a:solidFill>
            <a:srgbClr val="2C9C9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2394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4096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UI / UX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calm, voice-first interface designed for someone in distress, with a text fallback.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303A"/>
          </a:solidFill>
          <a:ln/>
          <a:effectLst>
            <a:outerShdw sx="100000" sy="100000" kx="0" ky="0" algn="bl" rotWithShape="0" blurRad="127000" dist="254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114800"/>
            <a:ext cx="1143000" cy="411480"/>
          </a:xfrm>
          <a:prstGeom prst="roundRect">
            <a:avLst>
              <a:gd name="adj" fmla="val 48889"/>
            </a:avLst>
          </a:prstGeom>
          <a:solidFill>
            <a:srgbClr val="2C9C92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12394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096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Beginner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4709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single-purpose build with an honest, well-scoped story.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vnmoorthy.github.io/mindbridge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and what's next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979"/>
            </a:avLst>
          </a:prstGeom>
          <a:solidFill>
            <a:srgbClr val="1430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veterans where the gap is widest — alone, at night, before they'll call a human.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Judgment-free and always available, so the first step costs nothing.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resources and a real crisis hand-off — help that's honest about its limits.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240280"/>
            <a:ext cx="256032" cy="256032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2148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 on DigitalOcean for real Gradient AI replies.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3108960"/>
            <a:ext cx="256032" cy="256032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“Veterans Anonymous” — match veterans into peer support groups.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3977640"/>
            <a:ext cx="256032" cy="256032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resource graph with live DataSF feeds.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4846320"/>
            <a:ext cx="256032" cy="256032"/>
          </a:xfrm>
          <a:prstGeom prst="ellipse">
            <a:avLst/>
          </a:prstGeom>
          <a:solidFill>
            <a:srgbClr val="4FD1C5"/>
          </a:solidFill>
          <a:ln/>
          <a:effectLst>
            <a:outerShdw sx="100000" sy="100000" kx="0" ky="0" algn="bl" rotWithShape="0" blurRad="101600" dist="50800" dir="5400000">
              <a:srgbClr val="4FD1C5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4754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 of the crisis protocol before any real-world pilot.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640080"/>
            <a:ext cx="2743200" cy="2743200"/>
          </a:xfrm>
          <a:prstGeom prst="ellipse">
            <a:avLst/>
          </a:prstGeom>
          <a:solidFill>
            <a:srgbClr val="4FD1C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777240"/>
            <a:ext cx="1463040" cy="1463040"/>
          </a:xfrm>
          <a:prstGeom prst="ellipse">
            <a:avLst/>
          </a:prstGeom>
          <a:solidFill>
            <a:srgbClr val="4FD1C5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served.</a:t>
            </a:r>
            <a:endParaRPr lang="en-US" sz="4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carry this alone.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 — a voice you can call.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vnmoorthy.github.io/mindbridge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A9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github.com/vnmoorthy/mindbridge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8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care for those who served.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 — Pitch Deck</dc:title>
  <dc:subject>PptxGenJS Presentation</dc:subject>
  <dc:creator>MindBridge Team</dc:creator>
  <cp:lastModifiedBy>MindBridge Team</cp:lastModifiedBy>
  <cp:revision>1</cp:revision>
  <dcterms:created xsi:type="dcterms:W3CDTF">2026-07-11T16:40:19Z</dcterms:created>
  <dcterms:modified xsi:type="dcterms:W3CDTF">2026-07-11T16:40:19Z</dcterms:modified>
</cp:coreProperties>
</file>